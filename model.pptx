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8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8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2B2FEC-61D7-CACC-6B62-BE832654E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C6F0F1D-4111-EFDE-4B76-C0E202CB3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4DA9591-89C6-5869-E450-51FB3BCCC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0D5C5-B6DB-477F-B9DF-D5283D1F4F03}" type="datetimeFigureOut">
              <a:rPr lang="cs-CZ" smtClean="0"/>
              <a:t>24.03.2026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EF6828D-38F2-365B-433E-A049E93B0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A36E75F-3E6A-BBB1-1CF8-5E7C22FBC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169A-E16B-4F86-B71F-797173284EE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82140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DB76E5-AD37-20C0-D394-14C6B3EC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083F840-CB50-AF7D-0BA2-101F5A1AC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331C286-B6BE-E2ED-F7AB-596D6B9C1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0D5C5-B6DB-477F-B9DF-D5283D1F4F03}" type="datetimeFigureOut">
              <a:rPr lang="cs-CZ" smtClean="0"/>
              <a:t>24.03.2026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0DD4A80-F3BD-65EB-6CC6-426D53C86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3712794-4DC1-C45E-9F91-D669D2FE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169A-E16B-4F86-B71F-797173284EE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3712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5BD7FB-BE92-8503-401F-6FC5BA84F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84E0A9F-6FD4-E396-E6A9-89C420B67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EAACDAB-D66F-B2AA-61AC-EBF9E35B7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0D5C5-B6DB-477F-B9DF-D5283D1F4F03}" type="datetimeFigureOut">
              <a:rPr lang="cs-CZ" smtClean="0"/>
              <a:t>24.03.2026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B773306-8E80-9AC1-6B67-7CE92B4DC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A867B15-E419-4203-17EB-8B17020D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169A-E16B-4F86-B71F-797173284EE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041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DDA16E-B60F-0180-1B23-B656C2734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CC28E4F-3D6C-F499-F9FD-5BCAF213D5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5AB180A-3948-05E0-5168-A1E98BCDA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53C8342-897B-AB0A-EAE8-400E7723F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0D5C5-B6DB-477F-B9DF-D5283D1F4F03}" type="datetimeFigureOut">
              <a:rPr lang="cs-CZ" smtClean="0"/>
              <a:t>24.03.2026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4390942-1CEC-90E4-E52F-829A262D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CBD6613-0CB2-54E2-706A-EE01774C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169A-E16B-4F86-B71F-797173284EE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5305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2CBB8A-BA77-C517-A085-0D5B9B588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C137ED2-A5F7-9663-B3F2-FD5732C49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947523D-65C7-F6EA-A225-A44812265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369FF69D-9CFA-087A-F441-03D308F31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5C6E3BB-31F6-5FAF-4B41-37DD06CEAD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E6BD5A4A-9B1E-1C69-8794-2685D7260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0D5C5-B6DB-477F-B9DF-D5283D1F4F03}" type="datetimeFigureOut">
              <a:rPr lang="cs-CZ" smtClean="0"/>
              <a:t>24.03.2026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FE90411-D76E-114E-04DC-9B3FA28A6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0E812DAD-C01B-A271-963B-E5BBCE8A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169A-E16B-4F86-B71F-797173284EE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12948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A6789B-0641-88B9-80F7-0826C2BA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A097166-1590-021A-66EC-2F232A6F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0D5C5-B6DB-477F-B9DF-D5283D1F4F03}" type="datetimeFigureOut">
              <a:rPr lang="cs-CZ" smtClean="0"/>
              <a:t>24.03.2026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4B40BAA-884F-B58B-2A6F-08E079F5D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47DB060-7830-6529-BF60-F089303EF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169A-E16B-4F86-B71F-797173284EE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494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4C93B54-26EA-A0A6-2452-97BA3BCBD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0D5C5-B6DB-477F-B9DF-D5283D1F4F03}" type="datetimeFigureOut">
              <a:rPr lang="cs-CZ" smtClean="0"/>
              <a:t>24.03.2026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1260240-1C70-21F6-C2C9-9E1004686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8C08CB8-8408-2E15-A4DF-E71B973D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169A-E16B-4F86-B71F-797173284EE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7065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583F9F-D864-B176-306B-EAD9E1DB3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D8A4EE9-4C11-4AC3-6F03-4C2B6449C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3830790-36CF-46E1-57FB-0FAC5B7F6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3E73FFD-CAE9-E41E-3E34-B19B7A60F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0D5C5-B6DB-477F-B9DF-D5283D1F4F03}" type="datetimeFigureOut">
              <a:rPr lang="cs-CZ" smtClean="0"/>
              <a:t>24.03.2026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015F457-D5A9-942E-C12F-04DAB5A13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B2A75F9-D7BA-4B1C-095F-82230E9F2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169A-E16B-4F86-B71F-797173284EE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60821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CCAFCB-0C84-3C44-B76C-518942526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DC319C71-3135-4A0A-5CAE-EC8F48685C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3F3BAFB-750D-7411-1DA5-122F52FAE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2E1E54B-B531-A607-C81A-ACDF8C3D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0D5C5-B6DB-477F-B9DF-D5283D1F4F03}" type="datetimeFigureOut">
              <a:rPr lang="cs-CZ" smtClean="0"/>
              <a:t>24.03.2026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8A1B84A-25F4-72D4-AA9F-54002E65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62E56DD-D0E0-0116-B96D-6981DAA8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169A-E16B-4F86-B71F-797173284EE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7533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2CF0B7-DA61-4E50-95DF-30BEBA53F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9502B5A-FB72-5F56-09CB-0294076CD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0179DAB-C1C7-1FFC-3F40-1FAF9C87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0D5C5-B6DB-477F-B9DF-D5283D1F4F03}" type="datetimeFigureOut">
              <a:rPr lang="cs-CZ" smtClean="0"/>
              <a:t>24.03.2026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33BC109-EB5A-8706-13BE-FDB312853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E3C71C2-3451-65BE-A45B-458CDDD8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169A-E16B-4F86-B71F-797173284EE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710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CC12739-C600-6979-8596-5880768EA4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D039CDC-80F1-9770-0B6E-AA3D36DEA0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E6E570C-0DCE-B791-70E6-AF0D001D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0D5C5-B6DB-477F-B9DF-D5283D1F4F03}" type="datetimeFigureOut">
              <a:rPr lang="cs-CZ" smtClean="0"/>
              <a:t>24.03.2026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8C9D217-BF0F-2A87-53E9-EB7143508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9BE1E1F-EB69-3725-E1CB-6C7387F2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169A-E16B-4F86-B71F-797173284EE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7763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672FC9D-0C96-3D50-AF2D-7020F1D21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F44E0B8-4E17-5AD3-CED1-E07265398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079404F-0843-8633-26E6-08A33680CC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80D5C5-B6DB-477F-B9DF-D5283D1F4F03}" type="datetimeFigureOut">
              <a:rPr lang="cs-CZ" smtClean="0"/>
              <a:t>24.03.2026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2D8893F-50B8-C841-EAD9-D8822E020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106F5B-D8DD-E148-7B90-F0709F9AE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8E169A-E16B-4F86-B71F-797173284EE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8144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CB0B0652-0599-40E3-ED88-B7AC51991ACC}"/>
              </a:ext>
            </a:extLst>
          </p:cNvPr>
          <p:cNvSpPr/>
          <p:nvPr/>
        </p:nvSpPr>
        <p:spPr>
          <a:xfrm>
            <a:off x="719616" y="2104744"/>
            <a:ext cx="1071309" cy="384156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Lepzig</a:t>
            </a:r>
            <a:endParaRPr lang="cs-CZ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AFF97F49-BA33-7678-9EDC-01D727A888A8}"/>
              </a:ext>
            </a:extLst>
          </p:cNvPr>
          <p:cNvSpPr/>
          <p:nvPr/>
        </p:nvSpPr>
        <p:spPr>
          <a:xfrm>
            <a:off x="719616" y="3047098"/>
            <a:ext cx="1071309" cy="62673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Raw</a:t>
            </a:r>
          </a:p>
          <a:p>
            <a:pPr algn="ctr"/>
            <a:r>
              <a:rPr lang="en-US" dirty="0"/>
              <a:t>corpora</a:t>
            </a:r>
            <a:endParaRPr lang="cs-CZ" dirty="0"/>
          </a:p>
        </p:txBody>
      </p:sp>
      <p:cxnSp>
        <p:nvCxnSpPr>
          <p:cNvPr id="8" name="Přímá spojnice se šipkou 7">
            <a:extLst>
              <a:ext uri="{FF2B5EF4-FFF2-40B4-BE49-F238E27FC236}">
                <a16:creationId xmlns:a16="http://schemas.microsoft.com/office/drawing/2014/main" id="{581CB6B4-EB0A-A2DA-1B79-68A1FD3AE6AA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1255271" y="2488900"/>
            <a:ext cx="0" cy="558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bdélník 8">
            <a:extLst>
              <a:ext uri="{FF2B5EF4-FFF2-40B4-BE49-F238E27FC236}">
                <a16:creationId xmlns:a16="http://schemas.microsoft.com/office/drawing/2014/main" id="{588F9888-5672-D4C7-63A6-3373D1B53DA0}"/>
              </a:ext>
            </a:extLst>
          </p:cNvPr>
          <p:cNvSpPr/>
          <p:nvPr/>
        </p:nvSpPr>
        <p:spPr>
          <a:xfrm>
            <a:off x="3793767" y="3047097"/>
            <a:ext cx="1340939" cy="62673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Aggregated</a:t>
            </a:r>
          </a:p>
          <a:p>
            <a:pPr algn="ctr"/>
            <a:r>
              <a:rPr lang="en-US" dirty="0"/>
              <a:t>corpora</a:t>
            </a:r>
            <a:endParaRPr lang="cs-CZ" dirty="0"/>
          </a:p>
        </p:txBody>
      </p:sp>
      <p:cxnSp>
        <p:nvCxnSpPr>
          <p:cNvPr id="10" name="Přímá spojnice se šipkou 9">
            <a:extLst>
              <a:ext uri="{FF2B5EF4-FFF2-40B4-BE49-F238E27FC236}">
                <a16:creationId xmlns:a16="http://schemas.microsoft.com/office/drawing/2014/main" id="{4D96FD03-CC61-FE87-04F5-0F1ABF1CDB9D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1790925" y="3360464"/>
            <a:ext cx="200284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bdélník 12">
            <a:extLst>
              <a:ext uri="{FF2B5EF4-FFF2-40B4-BE49-F238E27FC236}">
                <a16:creationId xmlns:a16="http://schemas.microsoft.com/office/drawing/2014/main" id="{AEF7C7AD-3D62-87AC-759C-9627DF9C766C}"/>
              </a:ext>
            </a:extLst>
          </p:cNvPr>
          <p:cNvSpPr/>
          <p:nvPr/>
        </p:nvSpPr>
        <p:spPr>
          <a:xfrm>
            <a:off x="1937012" y="3168389"/>
            <a:ext cx="1634017" cy="3841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aggregate.py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9EF1CC12-EB1F-4E96-F7ED-94112DAC339F}"/>
              </a:ext>
            </a:extLst>
          </p:cNvPr>
          <p:cNvSpPr/>
          <p:nvPr/>
        </p:nvSpPr>
        <p:spPr>
          <a:xfrm>
            <a:off x="5515255" y="3047097"/>
            <a:ext cx="1772886" cy="62673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Annotated</a:t>
            </a:r>
          </a:p>
          <a:p>
            <a:pPr algn="ctr"/>
            <a:r>
              <a:rPr lang="en-US" dirty="0"/>
              <a:t>corpora</a:t>
            </a:r>
            <a:endParaRPr lang="cs-CZ" dirty="0"/>
          </a:p>
        </p:txBody>
      </p:sp>
      <p:cxnSp>
        <p:nvCxnSpPr>
          <p:cNvPr id="16" name="Přímá spojnice se šipkou 15">
            <a:extLst>
              <a:ext uri="{FF2B5EF4-FFF2-40B4-BE49-F238E27FC236}">
                <a16:creationId xmlns:a16="http://schemas.microsoft.com/office/drawing/2014/main" id="{550D9348-DAC6-1970-C2BE-F9A6531708BD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5134706" y="3360464"/>
            <a:ext cx="3805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bdélník 20">
            <a:extLst>
              <a:ext uri="{FF2B5EF4-FFF2-40B4-BE49-F238E27FC236}">
                <a16:creationId xmlns:a16="http://schemas.microsoft.com/office/drawing/2014/main" id="{D616F039-9EAB-B51C-632C-B093A87F46AC}"/>
              </a:ext>
            </a:extLst>
          </p:cNvPr>
          <p:cNvSpPr/>
          <p:nvPr/>
        </p:nvSpPr>
        <p:spPr>
          <a:xfrm>
            <a:off x="4605364" y="2110610"/>
            <a:ext cx="1634017" cy="3841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segment.py</a:t>
            </a:r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D4B2A1E5-F219-D105-B4CE-A2DCF6559979}"/>
              </a:ext>
            </a:extLst>
          </p:cNvPr>
          <p:cNvSpPr/>
          <p:nvPr/>
        </p:nvSpPr>
        <p:spPr>
          <a:xfrm>
            <a:off x="6632284" y="1819671"/>
            <a:ext cx="1634017" cy="3841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UDpipe</a:t>
            </a:r>
            <a:endParaRPr lang="en-US" dirty="0"/>
          </a:p>
        </p:txBody>
      </p:sp>
      <p:cxnSp>
        <p:nvCxnSpPr>
          <p:cNvPr id="23" name="Přímá spojnice se šipkou 22">
            <a:extLst>
              <a:ext uri="{FF2B5EF4-FFF2-40B4-BE49-F238E27FC236}">
                <a16:creationId xmlns:a16="http://schemas.microsoft.com/office/drawing/2014/main" id="{BE77DC64-0D0B-F40F-9EBE-121D1E593339}"/>
              </a:ext>
            </a:extLst>
          </p:cNvPr>
          <p:cNvCxnSpPr>
            <a:cxnSpLocks/>
            <a:stCxn id="9" idx="0"/>
            <a:endCxn id="21" idx="2"/>
          </p:cNvCxnSpPr>
          <p:nvPr/>
        </p:nvCxnSpPr>
        <p:spPr>
          <a:xfrm flipV="1">
            <a:off x="4464237" y="2494760"/>
            <a:ext cx="958136" cy="552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bdélník 23">
            <a:extLst>
              <a:ext uri="{FF2B5EF4-FFF2-40B4-BE49-F238E27FC236}">
                <a16:creationId xmlns:a16="http://schemas.microsoft.com/office/drawing/2014/main" id="{4AE2804D-5FEC-2960-C63B-FAFF3F3D4B77}"/>
              </a:ext>
            </a:extLst>
          </p:cNvPr>
          <p:cNvSpPr/>
          <p:nvPr/>
        </p:nvSpPr>
        <p:spPr>
          <a:xfrm>
            <a:off x="4751902" y="1121809"/>
            <a:ext cx="1340939" cy="62673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Segmented data</a:t>
            </a:r>
            <a:endParaRPr lang="cs-CZ" dirty="0"/>
          </a:p>
        </p:txBody>
      </p:sp>
      <p:cxnSp>
        <p:nvCxnSpPr>
          <p:cNvPr id="27" name="Přímá spojnice se šipkou 26">
            <a:extLst>
              <a:ext uri="{FF2B5EF4-FFF2-40B4-BE49-F238E27FC236}">
                <a16:creationId xmlns:a16="http://schemas.microsoft.com/office/drawing/2014/main" id="{EBADCCAA-E387-0058-C446-6D92F6D771DD}"/>
              </a:ext>
            </a:extLst>
          </p:cNvPr>
          <p:cNvCxnSpPr>
            <a:cxnSpLocks/>
            <a:stCxn id="24" idx="2"/>
            <a:endCxn id="21" idx="0"/>
          </p:cNvCxnSpPr>
          <p:nvPr/>
        </p:nvCxnSpPr>
        <p:spPr>
          <a:xfrm>
            <a:off x="5422372" y="1748542"/>
            <a:ext cx="1" cy="3620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Přímá spojnice se šipkou 30">
            <a:extLst>
              <a:ext uri="{FF2B5EF4-FFF2-40B4-BE49-F238E27FC236}">
                <a16:creationId xmlns:a16="http://schemas.microsoft.com/office/drawing/2014/main" id="{98037466-D542-5833-B10F-6B93B402620D}"/>
              </a:ext>
            </a:extLst>
          </p:cNvPr>
          <p:cNvCxnSpPr>
            <a:cxnSpLocks/>
            <a:stCxn id="21" idx="2"/>
            <a:endCxn id="15" idx="0"/>
          </p:cNvCxnSpPr>
          <p:nvPr/>
        </p:nvCxnSpPr>
        <p:spPr>
          <a:xfrm>
            <a:off x="5422373" y="2494760"/>
            <a:ext cx="979325" cy="552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Přímá spojnice se šipkou 33">
            <a:extLst>
              <a:ext uri="{FF2B5EF4-FFF2-40B4-BE49-F238E27FC236}">
                <a16:creationId xmlns:a16="http://schemas.microsoft.com/office/drawing/2014/main" id="{D1347174-F0A6-F03E-16C0-FFE2AC96F20E}"/>
              </a:ext>
            </a:extLst>
          </p:cNvPr>
          <p:cNvCxnSpPr>
            <a:cxnSpLocks/>
            <a:stCxn id="22" idx="2"/>
            <a:endCxn id="15" idx="0"/>
          </p:cNvCxnSpPr>
          <p:nvPr/>
        </p:nvCxnSpPr>
        <p:spPr>
          <a:xfrm flipH="1">
            <a:off x="6401698" y="2203821"/>
            <a:ext cx="1047595" cy="8432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bdélník 36">
            <a:extLst>
              <a:ext uri="{FF2B5EF4-FFF2-40B4-BE49-F238E27FC236}">
                <a16:creationId xmlns:a16="http://schemas.microsoft.com/office/drawing/2014/main" id="{851A89B8-9F93-A992-CF75-DCC5C37E61FE}"/>
              </a:ext>
            </a:extLst>
          </p:cNvPr>
          <p:cNvSpPr/>
          <p:nvPr/>
        </p:nvSpPr>
        <p:spPr>
          <a:xfrm>
            <a:off x="5515254" y="3671334"/>
            <a:ext cx="1772887" cy="3841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preprocesss.py</a:t>
            </a:r>
          </a:p>
        </p:txBody>
      </p:sp>
      <p:cxnSp>
        <p:nvCxnSpPr>
          <p:cNvPr id="38" name="Přímá spojnice se šipkou 37">
            <a:extLst>
              <a:ext uri="{FF2B5EF4-FFF2-40B4-BE49-F238E27FC236}">
                <a16:creationId xmlns:a16="http://schemas.microsoft.com/office/drawing/2014/main" id="{3E8851DA-D03D-69CA-F289-42C659E21B8A}"/>
              </a:ext>
            </a:extLst>
          </p:cNvPr>
          <p:cNvCxnSpPr>
            <a:cxnSpLocks/>
            <a:stCxn id="15" idx="3"/>
            <a:endCxn id="41" idx="1"/>
          </p:cNvCxnSpPr>
          <p:nvPr/>
        </p:nvCxnSpPr>
        <p:spPr>
          <a:xfrm flipV="1">
            <a:off x="7288141" y="3357968"/>
            <a:ext cx="692297" cy="2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bdélník 39">
            <a:extLst>
              <a:ext uri="{FF2B5EF4-FFF2-40B4-BE49-F238E27FC236}">
                <a16:creationId xmlns:a16="http://schemas.microsoft.com/office/drawing/2014/main" id="{97AB1970-1D03-216F-1F0C-3068DFDD976C}"/>
              </a:ext>
            </a:extLst>
          </p:cNvPr>
          <p:cNvSpPr/>
          <p:nvPr/>
        </p:nvSpPr>
        <p:spPr>
          <a:xfrm>
            <a:off x="9961008" y="3044601"/>
            <a:ext cx="1448252" cy="626733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Results</a:t>
            </a:r>
            <a:endParaRPr lang="cs-CZ" dirty="0"/>
          </a:p>
        </p:txBody>
      </p:sp>
      <p:sp>
        <p:nvSpPr>
          <p:cNvPr id="41" name="Obdélník 40">
            <a:extLst>
              <a:ext uri="{FF2B5EF4-FFF2-40B4-BE49-F238E27FC236}">
                <a16:creationId xmlns:a16="http://schemas.microsoft.com/office/drawing/2014/main" id="{A6D96F49-C25C-E4DC-4DEE-E63ECF993081}"/>
              </a:ext>
            </a:extLst>
          </p:cNvPr>
          <p:cNvSpPr/>
          <p:nvPr/>
        </p:nvSpPr>
        <p:spPr>
          <a:xfrm>
            <a:off x="7980438" y="3165893"/>
            <a:ext cx="1448252" cy="3841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Measures:</a:t>
            </a:r>
          </a:p>
        </p:txBody>
      </p:sp>
      <p:sp>
        <p:nvSpPr>
          <p:cNvPr id="42" name="Obdélník 41">
            <a:extLst>
              <a:ext uri="{FF2B5EF4-FFF2-40B4-BE49-F238E27FC236}">
                <a16:creationId xmlns:a16="http://schemas.microsoft.com/office/drawing/2014/main" id="{358A5305-704B-107A-F985-12B6151DC589}"/>
              </a:ext>
            </a:extLst>
          </p:cNvPr>
          <p:cNvSpPr/>
          <p:nvPr/>
        </p:nvSpPr>
        <p:spPr>
          <a:xfrm>
            <a:off x="7980438" y="3684053"/>
            <a:ext cx="1448252" cy="3841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Basic</a:t>
            </a:r>
          </a:p>
        </p:txBody>
      </p:sp>
      <p:sp>
        <p:nvSpPr>
          <p:cNvPr id="43" name="Obdélník 42">
            <a:extLst>
              <a:ext uri="{FF2B5EF4-FFF2-40B4-BE49-F238E27FC236}">
                <a16:creationId xmlns:a16="http://schemas.microsoft.com/office/drawing/2014/main" id="{58382BEB-99F3-71B1-603F-D78CEC607132}"/>
              </a:ext>
            </a:extLst>
          </p:cNvPr>
          <p:cNvSpPr/>
          <p:nvPr/>
        </p:nvSpPr>
        <p:spPr>
          <a:xfrm>
            <a:off x="7980438" y="4101872"/>
            <a:ext cx="1448252" cy="3841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Annotated</a:t>
            </a:r>
          </a:p>
        </p:txBody>
      </p:sp>
      <p:sp>
        <p:nvSpPr>
          <p:cNvPr id="44" name="Obdélník 43">
            <a:extLst>
              <a:ext uri="{FF2B5EF4-FFF2-40B4-BE49-F238E27FC236}">
                <a16:creationId xmlns:a16="http://schemas.microsoft.com/office/drawing/2014/main" id="{D4C79884-2D1D-F1D1-C64F-D4555EA772B4}"/>
              </a:ext>
            </a:extLst>
          </p:cNvPr>
          <p:cNvSpPr/>
          <p:nvPr/>
        </p:nvSpPr>
        <p:spPr>
          <a:xfrm>
            <a:off x="7980438" y="4514611"/>
            <a:ext cx="1448252" cy="3841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Segmented</a:t>
            </a:r>
          </a:p>
        </p:txBody>
      </p:sp>
      <p:cxnSp>
        <p:nvCxnSpPr>
          <p:cNvPr id="46" name="Přímá spojnice se šipkou 45">
            <a:extLst>
              <a:ext uri="{FF2B5EF4-FFF2-40B4-BE49-F238E27FC236}">
                <a16:creationId xmlns:a16="http://schemas.microsoft.com/office/drawing/2014/main" id="{B9A61E5D-4F25-A5F5-4171-CA52A4312625}"/>
              </a:ext>
            </a:extLst>
          </p:cNvPr>
          <p:cNvCxnSpPr>
            <a:cxnSpLocks/>
            <a:stCxn id="41" idx="3"/>
            <a:endCxn id="40" idx="1"/>
          </p:cNvCxnSpPr>
          <p:nvPr/>
        </p:nvCxnSpPr>
        <p:spPr>
          <a:xfrm>
            <a:off x="9428690" y="3357968"/>
            <a:ext cx="5323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bdélník 52">
            <a:extLst>
              <a:ext uri="{FF2B5EF4-FFF2-40B4-BE49-F238E27FC236}">
                <a16:creationId xmlns:a16="http://schemas.microsoft.com/office/drawing/2014/main" id="{65F311F3-6044-1455-466D-BD948FCC9A70}"/>
              </a:ext>
            </a:extLst>
          </p:cNvPr>
          <p:cNvSpPr/>
          <p:nvPr/>
        </p:nvSpPr>
        <p:spPr>
          <a:xfrm>
            <a:off x="4877219" y="4298067"/>
            <a:ext cx="868680" cy="6267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95 % of use</a:t>
            </a:r>
            <a:endParaRPr lang="cs-CZ" dirty="0"/>
          </a:p>
        </p:txBody>
      </p:sp>
      <p:cxnSp>
        <p:nvCxnSpPr>
          <p:cNvPr id="54" name="Přímá spojnice se šipkou 53">
            <a:extLst>
              <a:ext uri="{FF2B5EF4-FFF2-40B4-BE49-F238E27FC236}">
                <a16:creationId xmlns:a16="http://schemas.microsoft.com/office/drawing/2014/main" id="{B33211CF-B6CB-28C6-AB25-43E403A7DEDC}"/>
              </a:ext>
            </a:extLst>
          </p:cNvPr>
          <p:cNvCxnSpPr>
            <a:cxnSpLocks/>
            <a:stCxn id="53" idx="0"/>
          </p:cNvCxnSpPr>
          <p:nvPr/>
        </p:nvCxnSpPr>
        <p:spPr>
          <a:xfrm flipV="1">
            <a:off x="5311559" y="3360463"/>
            <a:ext cx="0" cy="9376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13422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1224</TotalTime>
  <Words>29</Words>
  <Application>Microsoft Office PowerPoint</Application>
  <PresentationFormat>Širokoúhlá obrazovka</PresentationFormat>
  <Paragraphs>18</Paragraphs>
  <Slides>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Motiv Office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Antonín Forst</dc:creator>
  <cp:lastModifiedBy>Antonín Forst</cp:lastModifiedBy>
  <cp:revision>2</cp:revision>
  <dcterms:created xsi:type="dcterms:W3CDTF">2026-03-22T08:40:17Z</dcterms:created>
  <dcterms:modified xsi:type="dcterms:W3CDTF">2026-03-24T15:23:50Z</dcterms:modified>
</cp:coreProperties>
</file>